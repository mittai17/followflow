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9900"/>
                </a:solidFill>
              </a:defRPr>
            </a:pPr>
            <a:r>
              <a:t>AWS AGENTS FOR HUMANS HACKATHON · PROFESSIONAL AGENTS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9669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F8FAFC"/>
                </a:solidFill>
              </a:defRPr>
            </a:pPr>
            <a:r>
              <a:t>FollowFlow</a:t>
            </a:r>
          </a:p>
          <a:p>
            <a:pPr>
              <a:defRPr sz="3200" b="1">
                <a:solidFill>
                  <a:srgbClr val="6366F1"/>
                </a:solidFill>
              </a:defRPr>
            </a:pPr>
            <a:r>
              <a:t>Autonomous Commitment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38328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Keep your promises. Let AI handle the follow-through.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The autonomous operations agent that detects commitments, monitors deadlines in the background, collects objective evidence, and verifies completion without human nagging.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663440"/>
            <a:ext cx="32004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846320"/>
            <a:ext cx="28346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AWS Strands Agents SDK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v1.55.1 Custom Tool Calling &amp; Extraction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4663440"/>
            <a:ext cx="32004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4846320"/>
            <a:ext cx="28346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9900"/>
                </a:solidFill>
              </a:defRPr>
            </a:pPr>
            <a:r>
              <a:t>Amazon Bedrock AgentCore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Native /ping &amp; /invocations Contract Ready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4663440"/>
            <a:ext cx="32004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4846320"/>
            <a:ext cx="28346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Amazon ECS Fargate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Multi-AZ Rolling Deployment + ALB Live on Port 80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9900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Work Shouldn't Get Stuck in Broken Promises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Every day, professionals make commitments across Slack, emails, PRs, and meetings. Then they disappear.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2900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0632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1. The 60% Promise Drop-off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Informal commitments ('I'll finish the spec tomorrow', 'I'll send the SOC2 checklist by Friday') slip through the cracks because they aren't tracked anywhere until someone gets angry.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342900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103120"/>
            <a:ext cx="30632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9900"/>
                </a:solidFill>
              </a:defRPr>
            </a:pPr>
            <a:r>
              <a:t>2. The Nagging Tax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Managers and project leads spend 20%+ of their week 'checking in', sending follow-up DMs, and scheduling status meetings just to ask: 'Is this done yet?'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828800"/>
            <a:ext cx="342900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103120"/>
            <a:ext cx="30632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3. The Tool Disconnect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Jira and Linear require manual ticket creation and manual status updates. They record intent, but do zero continuous background follow-through or objective evidence validation.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9900"/>
                </a:solidFill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FollowFlow: The Autonomous AI Employee for Commitments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Instead of another dashboard to update, FollowFlow runs autonomously in the background and only surfaces when there's a real decision to make.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5780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9204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366F1"/>
                </a:solidFill>
              </a:defRPr>
            </a:pPr>
            <a:r>
              <a:t>✦ Zero-Overhead Capture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Inline Strands AI Copilot extracts promises directly from natural language conversation: who (@username), what, when, deliverable criteria, and team scope.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25780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011680"/>
            <a:ext cx="489204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9900"/>
                </a:solidFill>
              </a:defRPr>
            </a:pPr>
            <a:r>
              <a:t>⚙ Autonomous Background Loop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Continuous 5-step agent loop: Observe → Reason → Act → Wait → Verify. Monitors deadlines, calculates risk tiers (Active, Due Soon, Critical), and dispatches gentle check-ins via Amazon 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25780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489204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🔍 Objective Evidence Verification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Validates actual deliverables directly against external APIs: merged GitHub PRs, Slack #Done confirmations, Notion PRD statuses, and AWS S3/CloudWatch states.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114800"/>
            <a:ext cx="525780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297680"/>
            <a:ext cx="489204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9E0B"/>
                </a:solidFill>
              </a:defRPr>
            </a:pPr>
            <a:r>
              <a:t>🛡 Ambiguity Stop Rule (HITL)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Human-in-the-loop safety: When confidence is high, it acts autonomously. When evidence is ambiguous, it halts, explains why it stopped, and provides a 1-click decision.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9900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Cloud Architecture &amp; Strands Agents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High-throughput multi-tier architecture built with AWS Strands Agents SDK, Amazon Bedrock AgentCore, and Amazon ECS Fargate.</a:t>
            </a:r>
          </a:p>
        </p:txBody>
      </p:sp>
      <p:pic>
        <p:nvPicPr>
          <p:cNvPr id="6" name="Picture 5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72865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9900"/>
                </a:solidFill>
              </a:defRPr>
            </a:pPr>
            <a:r>
              <a:t>TECHNICAL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AWS Strands Agents SDK v1.55.1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Autonomous agent orchestration built on AWS Strands tool calling and asynchronous event loops.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2900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0632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Custom @tool Decorators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1. lookup_industry_integration(): Inspects GitHub, Slack, Notion, AWS endpoints</a:t>
            </a:r>
            <a:br/>
            <a:r>
              <a:t>2. calculate_commitment_horizon(): Computes dynamic risk tiers from hours to deadline</a:t>
            </a:r>
            <a:br/>
            <a:r>
              <a:t>3. verify_sla_compliance(): Checks team target fulfillment rate against 95% SLA policy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342900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011680"/>
            <a:ext cx="30632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900"/>
                </a:solidFill>
              </a:defRPr>
            </a:pPr>
            <a:r>
              <a:t>Amazon Bedrock AgentCore Contract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GET /ping: Automated container liveness and health telemetry</a:t>
            </a:r>
            <a:br/>
            <a:r>
              <a:t>• POST /invocations: Bedrock-standard agent invocation payload routing</a:t>
            </a:r>
            <a:br/>
            <a:r>
              <a:t>• Plug-and-play ready for Amazon Bedrock managed AgentCore Harness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828800"/>
            <a:ext cx="342900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011680"/>
            <a:ext cx="30632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Concurrency &amp; Caching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Non-blocking asyncio.to_thread bridges for CPU-bound agent operations</a:t>
            </a:r>
            <a:br/>
            <a:r>
              <a:t>• Dual-tier memory + sessionStorage caching for sub-millisecond page transitions</a:t>
            </a:r>
            <a:br/>
            <a:r>
              <a:t>• Real-time SSE streaming for live autonomous agent execution telemetry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9900"/>
                </a:solidFill>
              </a:defRPr>
            </a:pPr>
            <a:r>
              <a:t>ENTERPRISE 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Enterprise Directory, Governance &amp;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Built with zero mock data, real PostgreSQL multi-tenancy, and cryptographic reliability ratings.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5780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9204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366F1"/>
                </a:solidFill>
              </a:defRPr>
            </a:pPr>
            <a:r>
              <a:t>🔒 Enterprise Sign-In Wall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Protected route guards on all workspace pages. Public visitors can only access landing &amp; compliance docs. Authentic login card with Google SSO, AWS Identity Center, and password toggles.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25780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011680"/>
            <a:ext cx="489204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9900"/>
                </a:solidFill>
              </a:defRPr>
            </a:pPr>
            <a:r>
              <a:t>👥 36 Real Database Personas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Every collaborator (@rahulk, @devon_c, @sarah_c) is a real record in PostgreSQL with historical reliability scores, titles, and team memberships. Zero hardcoded mock users.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25780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489204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🏢 Multi-Org &amp; Team Governance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Organizations host scoped teams with independent 95% target fulfillment SLA policies and automated grace period buffers (24h–72h).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114800"/>
            <a:ext cx="525780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297680"/>
            <a:ext cx="489204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9E0B"/>
                </a:solidFill>
              </a:defRPr>
            </a:pPr>
            <a:r>
              <a:t>🏅 Cryptographic Proof Ledger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Inspired by AWS Builder Center Badges: every fulfilled commitment generates an immutable SHA-256 evidence digest (e.g. FF-AWS-2026-BEDROCK) for verifiable compliance audits.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9900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Live Production Cloud &amp; Hackathon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Tested, verified, containerized, and deployed live to the public internet on Amazon Web Services.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5780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70916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9900"/>
                </a:solidFill>
              </a:defRPr>
            </a:pPr>
            <a:r>
              <a:t>🌐 Live Production Endpoints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Global Domain: http://followflow.duckdns.org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Sign-In Wall: http://followflow.duckdns.org/login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AWS ALB DNS: followflow-alb-2061937775.us-east-1.elb.amazonaws.com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Open Source Repo: https://github.com/mittai17/FollowFlow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License: MIT Open Source (Full rights)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Infrastructure: Amazon ECS Fargate (multi-AZ) + AWS ALB + ECR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25780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470916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🏆 Judging Criteria Alignment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✓ Technological Implementation: Deep AWS Strands Agents SDK custom @tool usage + Bedrock AgentCore /ping &amp; /invocations + ECS Fargate deployment.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✓ Design Quality: Clean Linear/Vercel design system, Inter font, custom Bento grid metrics, zero dummy data.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✓ Potential Impact: Solves the 60% promise drop-off; recovers 4-6 hrs/week of status meetings for engineering teams.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✓ Creativity &amp; Originality: Moves from subjective manual Jira checkboxes to objective, multi-app cryptographic proof.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✓ Presentation &amp; Demo: 5-minute comprehensive walkthrough, live URL, and full documentation suite.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